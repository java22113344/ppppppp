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4FF"/>
                </a:solidFill>
              </a:defRPr>
            </a:pPr>
            <a:r>
              <a:t>🛡️ MALWARE DEFENDER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Comprehensive Security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D4FF"/>
                </a:solidFill>
              </a:defRPr>
            </a:pPr>
            <a:r>
              <a:t>January 2026 | Madras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FF00"/>
                </a:solidFill>
              </a:defRPr>
            </a:pPr>
            <a:r>
              <a:t>✅ 5 Major Security Modules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1,000+ Lines of Production Code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Real-time Threat Monitoring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Multi-layer Detection System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Network-Wide Protection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FF00"/>
                </a:solidFill>
              </a:defRPr>
            </a:pPr>
            <a:r>
              <a:t>✅ Existing antivirus limited - need behavioral analysis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ISPs &amp; ad networks tracking users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No unified threat history management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Sandbox limitations &amp; integration challenges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Need comprehensive security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🧪 Sandbox Analysis - Isolated execution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🔍 File Scanner - Multi-scan engine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📊 Threat History - Comprehensive database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🛡️ DNS Protection - Domain blocking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🥧 Pi-hole Integration - Network filtering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Module 1: Sandbox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FF00"/>
                </a:solidFill>
              </a:defRPr>
            </a:pPr>
            <a:r>
              <a:t>✅ Two Analysis Modes: ANALYZE &amp; EXECUTE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8+ Suspicious Patterns Detection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Risk Scoring (0-100%)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Behavioral Flag Tracking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Real-time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Module 2: File Scanner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FF00"/>
                </a:solidFill>
              </a:defRPr>
            </a:pPr>
            <a:r>
              <a:t>✅ Quick Scan - 5 minutes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Full Scan - 30+ minutes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Custom Scan - Variable scope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Signature-based Detection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Heuristic Analysis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Module 3: Threat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FF00"/>
                </a:solidFill>
              </a:defRPr>
            </a:pPr>
            <a:r>
              <a:t>✅ Statistics Dashboard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Advanced Search &amp; Filtering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Threat Management Actions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CSV Export Capability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Audit Trail Logging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Module 4: DNS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FF00"/>
                </a:solidFill>
              </a:defRPr>
            </a:pPr>
            <a:r>
              <a:t>✅ Real-time DNS Query Monitor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Whitelist/Blacklist Manager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One-click Blocking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Domain Search &amp; Filter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Blocks 90-95% of ads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Module 5: Pi-hole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FF00"/>
                </a:solidFill>
              </a:defRPr>
            </a:pPr>
            <a:r>
              <a:t>✅ Network-Wide Ad Blocking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Runs on Raspberry Pi ($15)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Statistics Dashboard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Remote Control Features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All Devices Protected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🎨 Frontend: PyQt6 GUI Framework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🐍 Backend: Python 3.9+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💾 Database: SQLite3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🌐 APIs: VirusTotal, Pi-hole REST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📚 Architecture: MVC + Singleton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📁 threat_history.db (14 columns)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  • Indexed by timestamp &amp; risk_level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  • Capacity: 1,000+ threat records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📁 dns_protection.db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  • dns_queries &amp; dns_list tables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UI/UX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FF00"/>
                </a:solidFill>
              </a:defRPr>
            </a:pPr>
            <a:r>
              <a:t>✅ Professional Dark Theme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Tab-Based Navigation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Real-time Updates (5 sec refresh)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Color-coded Risk Levels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Interactive Controls &amp; Quick Actions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⚡ Sandbox Analysis: 2-5 seconds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⚡ Quick Scan: ~5 minutes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⚡ Full Scan: ~30 minutes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⚡ DNS Query: &lt;1ms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⚡ Memory Usage: 150-200 MB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Code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FF00"/>
                </a:solidFill>
              </a:defRPr>
            </a:pPr>
            <a:r>
              <a:t>✅ 1,000+ Lines of Code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100% Method Documentation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Comprehensive Error Handling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Type Hints Throughout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PEP 8 Compliance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Security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FF00"/>
                </a:solidFill>
              </a:defRPr>
            </a:pPr>
            <a:r>
              <a:t>✅ SQL Injection Prevention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No Malicious Code Execution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Safe API Calls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Input Validation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Local-Only Data Storage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Real-World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1️⃣ User downloads suspicious file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2️⃣ Sandbox Analysis: 🔴 CRITICAL (98%)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3️⃣ Threat Auto-logged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4️⃣ Review &amp; Action (BLOCK/QUARANTINE)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5️⃣ Malware Domain Blocked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FF00"/>
                </a:solidFill>
              </a:defRPr>
            </a:pPr>
            <a:r>
              <a:t>✅ Only combining sandbox + network blocking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Fully documented for education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Open source &amp; customizable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Lightweight desktop application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Production-ready code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Challenges Overcome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FF00"/>
                </a:solidFill>
              </a:defRPr>
            </a:pPr>
            <a:r>
              <a:t>✅ PyQt6.QtChart unavailable → text-based stats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Binary analysis difficulty → YARA patterns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Sandbox security → isolated subprocess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Real-time UI → QTimer refresh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Pi-hole unavailability → graceful fallback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📚 PyQt6 GUI Framework Expertise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📚 SQLite Database Design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📚 Malware Analysis Fundamentals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📚 Behavioral Detection Concepts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📚 Network Security Basics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Phase 2: VirusTotal Integration &amp; Email Alerts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Phase 3: Mobile App (Android)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Phase 4: Machine Learning Analysis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Phase 5: VPN Integration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Phase 6: Enterprise Suite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Project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📊 Development Time: 3-4 months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📊 Lines of Code: 1,000+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📊 Number of Modules: 5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📊 Database Tables: 6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📊 Sub-features: 25+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Installation &amp;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FF00"/>
                </a:solidFill>
              </a:defRPr>
            </a:pPr>
            <a:r>
              <a:t>✅ System Requirements: Windows 10+, Python 3.9+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Installation: pip install PyQt6 requests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Run: python gui/main_window.py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Optional: Pi-hole setup (~$15)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Database: Auto-created on first run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Key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FF00"/>
                </a:solidFill>
              </a:defRPr>
            </a:pPr>
            <a:r>
              <a:t>✅ MVP Complete - Production Ready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5 Integrated Security Modules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Professional UI with Dark Theme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100% Documented Codebase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Ready for Real-World Deployment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FF00"/>
                </a:solidFill>
              </a:defRPr>
            </a:pPr>
            <a:r>
              <a:t>✅ Comprehensive Malware Defense System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Multiple Detection Layers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Practical Implementation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Educational Value</a:t>
            </a:r>
          </a:p>
          <a:p>
            <a:pPr>
              <a:defRPr sz="1600">
                <a:solidFill>
                  <a:srgbClr val="00FF00"/>
                </a:solidFill>
              </a:defRPr>
            </a:pPr>
            <a:r>
              <a:t>✅ Extensible &amp; Customizable Design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🙏 Thank You for Your Attention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📧 Questions Welcome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🔗 GitHub: [Your Repository]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💼 LinkedIn: [Your Profile]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📞 Contact: [Your 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